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40147A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01E83-0F8F-4FDB-D185-76BD18F3AE5D}" name="Taras Spashchenko" initials="TS" userId="S::Taras_Spashchenko@epam.com::8fc5f700-72f5-48b7-b69b-eed1f70a97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0450" autoAdjust="0"/>
  </p:normalViewPr>
  <p:slideViewPr>
    <p:cSldViewPr snapToGrid="0">
      <p:cViewPr varScale="1">
        <p:scale>
          <a:sx n="87" d="100"/>
          <a:sy n="87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40147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FA98A3-0DCF-4114-9E05-E6701C0759B7}" authorId="{0CB01E83-0F8F-4FDB-D185-76BD18F3AE5D}" created="2025-01-18T19:28:55.767">
    <pc:sldMkLst xmlns:pc="http://schemas.microsoft.com/office/powerpoint/2013/main/command">
      <pc:docMk/>
      <pc:sldMk cId="67192743" sldId="256"/>
    </pc:sldMkLst>
    <p188:replyLst>
      <p188:reply id="{BB8C0414-814F-4FEF-A273-1506954DCD15}" authorId="{0CB01E83-0F8F-4FDB-D185-76BD18F3AE5D}" created="2025-01-18T19:29:08.202">
        <p188:txBody>
          <a:bodyPr/>
          <a:lstStyle/>
          <a:p>
            <a:r>
              <a:rPr lang="en-US"/>
              <a:t>First reply</a:t>
            </a:r>
          </a:p>
        </p188:txBody>
      </p188:reply>
      <p188:reply id="{9E026BF7-866E-4DEA-8531-9A5ED4D9CEDF}" authorId="{0CB01E83-0F8F-4FDB-D185-76BD18F3AE5D}" created="2025-01-18T19:29:22.151">
        <p188:txBody>
          <a:bodyPr/>
          <a:lstStyle/>
          <a:p>
            <a:r>
              <a:rPr lang="en-US"/>
              <a:t>Second reply with a like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5-01-18T19:29:24.178" authorId="{0CB01E83-0F8F-4FDB-D185-76BD18F3AE5D}"/>
              </p223:rxn>
            </p223:reactions>
          </p:ext>
        </p188:extLst>
      </p188:reply>
    </p188:replyLst>
    <p188:txBody>
      <a:bodyPr/>
      <a:lstStyle/>
      <a:p>
        <a:r>
          <a:rPr lang="en-US"/>
          <a:t>Test comment with replies and a like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1-18T19:28:57.564" authorId="{0CB01E83-0F8F-4FDB-D185-76BD18F3AE5D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C38C1-5107-4257-B475-DB133B1A67B3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62EA0-6532-45CB-A94E-49C8FE14A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note here</a:t>
            </a:r>
          </a:p>
          <a:p>
            <a:r>
              <a:rPr lang="en-US" dirty="0"/>
              <a:t>One more note</a:t>
            </a:r>
          </a:p>
          <a:p>
            <a:endParaRPr lang="en-US" dirty="0"/>
          </a:p>
          <a:p>
            <a:r>
              <a:rPr lang="en-US" dirty="0"/>
              <a:t>Some Note 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62EA0-6532-45CB-A94E-49C8FE14A3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B7EB-3D57-2AD1-7279-A892842D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8239E-2F06-B35E-622D-34346A74F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CD351-6684-BAE7-0BEE-19052D05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9EE4C-E3F3-2AC9-F43F-03416A49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1BB9A-0FEF-839D-FA00-EC145FAB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2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41F6-0697-2997-99CA-4886A69A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E3C8C-77D3-CBEE-6028-7E1BB77E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4B57A-87F8-9337-5740-A8A2360A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3F0DE-8FF0-F3DD-C32B-C4A20AE4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00688-400E-945A-7763-97F11EB0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D184-AEB1-EFC0-D818-06BF76B1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6FE06-6AB7-1BA2-FDAF-E94422167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D850A-143F-35DC-2FFC-A2A7A14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9F50A-E150-8048-6901-BDBE1E6C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39412-C002-9E32-A0CC-F1030619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2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3564-BC92-8030-E65B-60596CD5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1CCB-BB05-FAEC-E1F4-AFBD42E63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E0465-DA44-5ABD-9335-261357DCC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C32ED-0D9C-779D-9580-D600D9E9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119EA-1490-FB8C-8FF8-80CDC768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C975E-30EB-927F-2F98-725C2E05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9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9FF3-5435-0062-EF7E-A53F94F3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D8D1E-789C-DB92-82FB-3C0122375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FE55F-A77F-9893-37FB-F9F67B974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97BF0-A92A-3575-B61A-EF04FC06F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56757-0968-134D-52F3-CD3652D92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DBBD5-869C-B097-CE60-E4AA106D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F6B05-AF4E-CDAA-B673-CEDCE25D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F2B62-819F-F550-8032-4AFE12B4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0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64F9-9F88-401E-8F48-6EFBC1E0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3BF70-9462-B0D1-7895-B95430B5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9DDE0-39D5-6293-E82E-07ECEA1A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B560-2509-63ED-C40E-8F8C163C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C1257-F383-0BCF-931C-1F27094F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7C536-8A91-E888-1953-F3BED0D7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20BFF-705A-5181-58B9-076FE4D7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6637-D386-2479-B902-C9A29F45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7926E-DF9C-B060-5973-BEDDB750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67C9A-5C0C-58F9-CFA9-BA081D8F6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5E5F9-2D89-A269-9784-09C784DC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501BA-2B52-5B9E-0AE3-4D472F97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7C95A-C497-CCA0-648F-2CD2FFAC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0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F676-D239-AB0A-AAC8-B4F4726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D9953-8A62-588E-355D-5798789BC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0E24A-268F-7B9F-B7D8-FA0AEB30A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B1ABA-80A1-FEE0-B090-74525841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ACEDC-6AFF-DFE8-CC46-E1A196F5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DE332-494E-BC98-B10D-BC3EB658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1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E282-40BA-7ED7-4780-32410230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36327-120C-6B60-2FB2-68270E8C8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F5FF5-A96B-7DBC-4AAD-AD4CA163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23AD3-50EA-2580-BC29-8F9BF63D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CA8AD-CBE4-5D8A-C8A2-63C86A64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16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ABF85-F36D-E8C5-A674-D38F6A065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4D126-DBC7-E51E-096D-ABDF9D7C7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4C81B-654E-326D-0430-D570A4FB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9DCA8-FDF6-807B-9BB0-0FC8EFFD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75603-4E97-A696-D664-B70BFB448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5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E3421-6879-3410-F76A-8843733A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84F69-B95D-2EBA-1784-19CFF83A7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7CEF1-81B1-2C79-D65C-946FD3809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FAC58-1E1F-43B0-8F85-36797A5DF240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803C-D2EB-9126-B3C3-478004E7F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F3E7D-6AE6-160C-FA2B-E5D1091D2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A3A4F-0ECA-4DE5-B8E8-E8C324CB6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40147A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067836-AA54-945F-37B0-9CD57B443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6831"/>
              </p:ext>
            </p:extLst>
          </p:nvPr>
        </p:nvGraphicFramePr>
        <p:xfrm>
          <a:off x="324385" y="25695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4364975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22941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348594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764603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89623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Header5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4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31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0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761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6C58507-4B51-DBDE-1683-0B8E409C0E8F}"/>
              </a:ext>
            </a:extLst>
          </p:cNvPr>
          <p:cNvSpPr txBox="1"/>
          <p:nvPr/>
        </p:nvSpPr>
        <p:spPr>
          <a:xfrm>
            <a:off x="484742" y="2126255"/>
            <a:ext cx="11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E9EFC-A60B-6B02-D0A9-DBB05077410A}"/>
              </a:ext>
            </a:extLst>
          </p:cNvPr>
          <p:cNvSpPr txBox="1"/>
          <p:nvPr/>
        </p:nvSpPr>
        <p:spPr>
          <a:xfrm>
            <a:off x="5215270" y="2563138"/>
            <a:ext cx="603295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Non-Functional Requirements:</a:t>
            </a:r>
            <a:br>
              <a:rPr lang="en-US" sz="1600" b="1" dirty="0"/>
            </a:br>
            <a:endParaRPr lang="en-US" sz="1600" b="1" dirty="0"/>
          </a:p>
          <a:p>
            <a:r>
              <a:rPr lang="en-US" sz="1600" b="1" dirty="0"/>
              <a:t>Performance: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Fast response times ( &lt;3s ) and high availability ( 9.99 ).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Scalability to handle increasing user load.</a:t>
            </a:r>
          </a:p>
          <a:p>
            <a:r>
              <a:rPr lang="en-US" sz="1600" b="1" dirty="0"/>
              <a:t>Security: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Preventing actions without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authentication and authorization mechanisms.</a:t>
            </a:r>
          </a:p>
          <a:p>
            <a:r>
              <a:rPr lang="en-US" sz="1600" b="1" dirty="0"/>
              <a:t>Usability:</a:t>
            </a:r>
            <a:r>
              <a:rPr lang="en-US" sz="16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User-friendly interface and intuitive navigation.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Accessibility for users with disabilities.</a:t>
            </a:r>
          </a:p>
          <a:p>
            <a:r>
              <a:rPr lang="en-US" sz="1600" b="1" dirty="0"/>
              <a:t>Reliability:</a:t>
            </a:r>
            <a:r>
              <a:rPr lang="en-US" sz="1600" dirty="0"/>
              <a:t> </a:t>
            </a:r>
            <a:endParaRPr lang="en-US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1" dirty="0"/>
              <a:t>Fault tolerance and disaster recovery mechanisms.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1" dirty="0"/>
              <a:t>Regular backups and data redundancy.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A2AEC-1C5D-7EDE-63FA-28E5CDB22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80" y="2563138"/>
            <a:ext cx="3477295" cy="37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27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99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Taras Spashchenko</dc:creator>
  <cp:lastModifiedBy>Taras Spashchenko</cp:lastModifiedBy>
  <cp:revision>2</cp:revision>
  <dcterms:created xsi:type="dcterms:W3CDTF">2025-01-18T12:12:05Z</dcterms:created>
  <dcterms:modified xsi:type="dcterms:W3CDTF">2025-01-18T19:54:27Z</dcterms:modified>
</cp:coreProperties>
</file>